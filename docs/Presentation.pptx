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2"/>
  </p:normalViewPr>
  <p:slideViewPr>
    <p:cSldViewPr snapToGrid="0">
      <p:cViewPr varScale="1">
        <p:scale>
          <a:sx n="111" d="100"/>
          <a:sy n="111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6036C-22DC-96DA-8D95-89CE2CF87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FC7A80-3236-1A25-4278-46016E583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3BCD7-C0BC-3414-774B-06CD6C4A3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4450-C32D-3847-A9A5-67CAE6875D0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4A07B-5B18-F11E-1D4D-9D572CE77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70EEF-E8CF-D87F-8E93-31DF432B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7250-F5C0-7145-952C-25D5331A5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4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6623C-9CCF-E253-75FD-BD86930F5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5CA58-2A9E-674F-CA92-333D0E1D8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29975-1367-8CC1-3F2F-7AC84C211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4450-C32D-3847-A9A5-67CAE6875D0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97DC7-1C49-BD1B-3113-108C3861A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131E2-32B6-8CEE-10BE-5C080437C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7250-F5C0-7145-952C-25D5331A5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2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AA9FF-E340-2EB1-1D4C-ACE6716AF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FD7C5-56B3-C9C3-449C-D86766205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87D78-C080-7E9D-63D0-B67DA9F2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4450-C32D-3847-A9A5-67CAE6875D0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781A4-22B8-4998-CE91-5244FBB1D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79A2F-6C18-07C1-5312-CECC97D7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7250-F5C0-7145-952C-25D5331A5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84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4E619-4E6A-70DB-56CF-B73508E41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E6D8A-C4FD-360F-0070-F15CDC433C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5EF7C-056B-AC98-BFA3-A0C13B5AE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C7819-1745-331B-33A6-B050889CD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4450-C32D-3847-A9A5-67CAE6875D0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CA643-627E-91D9-5BFD-859FA4672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14AF5-1A26-8FCF-4F36-0FD1FAB75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7250-F5C0-7145-952C-25D5331A5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F9475-F79A-8519-AD55-C6444600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F0A6E-688D-99BF-6DCE-818C025DD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72F04-A0BF-D953-5B47-1F753089B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1C9520-F3C8-44A9-3A04-64C7FA5B42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7A9CB2-961A-A957-AA33-35A0897857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D7208A-DCBA-B325-435F-519DC9501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4450-C32D-3847-A9A5-67CAE6875D0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F8B2DD-F708-96B4-FB27-AD5341435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AF4B7D-E65C-7982-7865-948AFCA8F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7250-F5C0-7145-952C-25D5331A5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89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AF4B8-FFAB-7118-AD58-44BDD0B3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1C2012-1D37-DFF7-F106-1F1A29162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4450-C32D-3847-A9A5-67CAE6875D0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EB652-E942-5BF5-D98D-92BA0D5EA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0A681-15B5-668D-A064-CE42611AC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7250-F5C0-7145-952C-25D5331A5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44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E6693-D0B6-9DF7-337D-FA63385C0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4450-C32D-3847-A9A5-67CAE6875D0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A7331F-E3E9-F0B5-4986-F8EC6F09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BCEB2-8E11-D26E-2D14-CA389F486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7250-F5C0-7145-952C-25D5331A5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642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AD9AC-2649-72D5-A6BA-1093489C1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4E14D-CA41-7F0F-2D0B-BEF381FE1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E7CC1-FE69-B1F7-A806-1924A8032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8BACB-C251-63C9-DDEB-2BD3BA7CA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4450-C32D-3847-A9A5-67CAE6875D0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25649-0962-E2FD-F57C-CEE4E5235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72619-65F4-C9D6-B0EE-FED534E9F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7250-F5C0-7145-952C-25D5331A5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72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B806-2A25-A0D2-A1C4-C76EBD867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BFB704-F3ED-AA62-46F2-94521077B2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CA250-7F41-9C88-D6E0-26B7AE4D8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11AFE-CFF4-D99A-276B-98DB25783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4450-C32D-3847-A9A5-67CAE6875D0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41D96-8852-28F9-9A1E-531AD3ECE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DA147-303D-7B17-D618-D3824987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7250-F5C0-7145-952C-25D5331A5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23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A066-9A41-9AD9-EF12-AA7F54D5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82108-CB63-204B-E858-DD4971424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2AD35-1DCD-1A54-B108-3DEA42ADA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4450-C32D-3847-A9A5-67CAE6875D0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E5E61-BBF5-C965-A6A0-89E6E8EB8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81ADB-A9A0-16C2-2EA0-25E078D1F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7250-F5C0-7145-952C-25D5331A5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66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1D6001-382E-88C9-9416-81E883EE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E2D7E-EE5E-F633-0A70-470542C15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7255C-A0DB-7DC5-2FB8-DBD3751FF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4450-C32D-3847-A9A5-67CAE6875D0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6BFF0-2618-9535-B0A5-B69785B8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6A835-8F6C-414C-4392-80F5EFAE9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7250-F5C0-7145-952C-25D5331A5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95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B975E8-79B5-AA18-1EFA-4AD8A41E5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D531A-7CE3-65FE-53B2-25D245DF5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B7180-1385-9A26-B369-900301D19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E94450-C32D-3847-A9A5-67CAE6875D0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F98C8-A364-15AB-FB82-EB338281BD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23794-FC3C-FF1C-F4F0-DC2A46717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A77250-F5C0-7145-952C-25D5331A5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60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52BE7-625B-83C7-75B3-03F598CE30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47CEB-7CA9-D2FB-D0BE-56CF91480C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00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 Mandaliya</dc:creator>
  <cp:lastModifiedBy>Deep Mandaliya</cp:lastModifiedBy>
  <cp:revision>1</cp:revision>
  <dcterms:created xsi:type="dcterms:W3CDTF">2026-03-28T04:17:30Z</dcterms:created>
  <dcterms:modified xsi:type="dcterms:W3CDTF">2026-03-28T04:17:49Z</dcterms:modified>
</cp:coreProperties>
</file>